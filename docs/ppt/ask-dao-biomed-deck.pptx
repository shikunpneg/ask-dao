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ikunpneg.github.io/ask-dao-machine/" TargetMode="External"/><Relationship Id="rId3" Type="http://schemas.openxmlformats.org/officeDocument/2006/relationships/hyperlink" Target="https://shikunpneg.github.io/ask-dao-machine/guide/cli.html" TargetMode="External"/><Relationship Id="rId4" Type="http://schemas.openxmlformats.org/officeDocument/2006/relationships/hyperlink" Target="https://shikunpneg.github.io/ask-dao-machine/guide/demo-biomed.html" TargetMode="External"/><Relationship Id="rId5" Type="http://schemas.openxmlformats.org/officeDocument/2006/relationships/hyperlink" Target="https://shikunpneg.github.io/ask-dao-machine/guide/results.html" TargetMode="External"/><Relationship Id="rId6" Type="http://schemas.openxmlformats.org/officeDocument/2006/relationships/hyperlink" Target="https://www.modelscope.cn/studios/skopskp/dao-v-0.3" TargetMode="External"/><Relationship Id="rId7" Type="http://schemas.openxmlformats.org/officeDocument/2006/relationships/hyperlink" Target="https://github.com/shikunpneg/ask-da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7043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ASK-DAO-MACHINE · 知识发现系统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ask-dao 知识发现系统</a:t>
            </a:r>
          </a:p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在生物医学领域的实践</a:t>
            </a:r>
          </a:p>
        </p:txBody>
      </p:sp>
      <p:pic>
        <p:nvPicPr>
          <p:cNvPr id="4" name="Picture 3" descr="user_logo_d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868680"/>
            <a:ext cx="1600200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已有的 AI4S 生态擅长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解决问题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——给定问题，它能算出答案。但「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问题从哪来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」这一环长期空缺：能定义问题、提出问题的系统，远比能解题的系统稀缺。
ask-dao 通过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问题路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和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想象路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两种方式来产生新问题与新知识。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汇报大纲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一句话概括这次汇报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机器能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稳定产出真问题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了；新的知识也第一次被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算出来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了；但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世界新问题（N3）至今仍是 0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——这一点我不粉饰。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一、原理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两条独立的路（问题路 / 想象路）+ 四道门 + 四个等级（N0–N3）。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判不了的不产出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，两条路互不评判。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二、在生物医学的实践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一篇真实开放获取论文（CC BY 4.0）→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54 条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可判问题；其中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3 条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是机器从论文自报的 HR/CI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直接算出来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的残余混杂门槛。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三、dao 模型在生物医学的实践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一个专门用来提问的微调模型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：v0.3 = v0.2 + RFT 后训练，从论文里提出作者没明说的开放科学问题。目前限制于生物医学领域。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四、扩展的实践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同一套判据换领域：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27 个领域 / 702 个配对 / 144 座结构桥梁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；想象路走完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6,642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个组合词；音乐与记录域重算出的已知结果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对上了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五、方向与瓶颈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方向：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多模态实体提取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（图像 / 声音 → 直接抽实体，尚未实现）。瓶颈：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尚未发现 N3 级新问题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全部数字可用仓库里的命令复现；本 deck 的配图由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tools/deck_figs.py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从同一批产物生成。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一、原理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两条独立的路，两套成功标准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这是 v0.3.0 确立的架构，此后没有变过：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判不了的不产出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，两条路互不评判。</a:t>
            </a:r>
          </a:p>
        </p:txBody>
      </p:sp>
      <p:pic>
        <p:nvPicPr>
          <p:cNvPr id="5" name="Picture 4" descr="us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059936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问道系统架构：两条相互独立的路 + 四模块 + 判定层 + 经验检索桥。图内每个数字、模块名与状态词都对应仓库实现或 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out/demo/*.json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的真实记录。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问题路 · 成功标准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答案成立 / 可判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。每条问题必须带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route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（判定方式），判不了的不产出。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想象路 · 成功标准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语法正确 + 逻辑通畅 + 有推理判断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——不是「有真实所指」。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互不评判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用问题路的逻辑（「这新吗」「有真实所指吗」）去判想象路的概念，是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范畴错误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经验检索桥（可选）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把组合词接到现实经验（维基双通道 + arXiv 回退 → 经验锚点）。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过桥不改变任何判定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，检索失败即退化为无脚手架。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实现：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src/ask_dao_machine/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· 架构图见项目站点 §系统结构。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一、原理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什么算「新」：四道门 + 四个等级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把「新」拆成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可操作的门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，而不是形容词。四道门全过才叫 N3——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至今 = 0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5" name="Picture 4" descr="fig_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599" y="2670048"/>
            <a:ext cx="8005754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75504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四道门（上）与四个等级（下）。纪律：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显著性 &gt; 新颖性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——任选参数的序列同样「检索未见」，只有显著性证书拦得住。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N0 已知 → N1 大概率已知 → N2 疑似未见 →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N3 世界新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。「文中未见」只写在「参照系未见」一栏，不等于文献没有。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一、原理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问题从哪来：四种机制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前三种通用，第四种是领域包。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「作者已提出」与「机器提出」必须分开标注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——前者不算新问题。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① 作者自陈未解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抓 open problem / remains unclear / 尚不明确。来源标注：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作者已提出（不算新）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② 文本张力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抓 however / yet / inconsistent 处的分歧。来源标注：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机器提出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③ 结构追问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对结论句套四问：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范围 / 反例 / 机制 / 定量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。来源标注：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机器提出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④ 领域包（生物医学）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10 类方法学缺口 + 从 HR/CI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直接算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E-value。来源标注：机器提出 / 作者已论及（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分标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实现：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src/ask_dao_machine/paper.py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domains_biomed.py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；产物每条带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evidence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（触发它的原文句）与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route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（判定方式）。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先讲清楚这篇论文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常吃代糖，会不会更容易得肾病？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论文：*Association of artificial sweeteners intake and risk of CKD: a prospective cohort study*（人工甜味剂摄入与慢性肾病风险的关联 · 前瞻性队列研究）。开放获取，CC BY 4.0，全文 32,787 字符。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问的问题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常吃人工甜味剂（代糖：阿斯巴甜、三氯蔗糖这类）的人，会不会更容易得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慢性肾病（CKD）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？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怎么做的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英国生物样本库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156,000 人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，跟踪中位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13.3 年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；用一次 24 小时饮食回想记录吃了什么，再看谁后来确诊肾病。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三个发现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① 代糖吃得最多的那组 vs 完全不吃：风险高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19%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（HR 1.19）。② 代糖多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且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遗传风险高：风险高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49%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（HR 1.49）。③ 把糖换成等甜度的代糖：风险高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2%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（HR 1.02）。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作者结论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代糖与肾病风险升高有关，且这个关联在各遗传风险层都存在；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换代糖并不能降低风险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关键前提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：这是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观察性研究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，不是随机试验——研究者没法随机分配谁吃代糖。这一点决定了下一页要讲的问题，也是机器能插上手的地方。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新问题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一篇论文 → 54 条可判问题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输入：CC BY 4.0 开放获取临床研究（PMC13331974，UK Biobank n=156,000，中位随访 13.3 年，32,787 字符）。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作者自陈未解命中 0 条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——所以这 54 条都是机器提出的。</a:t>
            </a:r>
          </a:p>
        </p:txBody>
      </p:sp>
      <p:pic>
        <p:nvPicPr>
          <p:cNvPr id="5" name="Picture 4" descr="fig_biomed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5364480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上：54 条的来源构成。下：29 条方法学追问里，主题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作者已在文中论及 23 条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，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文中未见 6 条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③ 结构追问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16 条：对结论句套范围 / 反例 / 机制 / 定量四问。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② 文本张力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6 条：however / yet 处的分歧 → 形式化追问。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④ 方法学追问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29 条：10 类缺口，每条带原文句子 + 判定路由。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机器算出数值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3 条：从论文自报 HR/CI 算残余混杂门槛（下一页）。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命令：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 paper papers/biomed/PMC13331974.md --domain biomed --out out/biomed_demo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新问题（原句）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机器提出的问题，长什么样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下面是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产物里的原句，一字未改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。每条都指回触发它的原文句子，并给出判定方式（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route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）——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问题必须写成可判形式，否则不产出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【残余混杂强度】　判定路由：E-value / 敏感性分析（可精确计算）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该效应是「已调整」之后剩下的：残余混杂要多强才能把它解释掉？把它写成可算的形式：给定效应量与置信区间，算 E-value（未测混杂与暴露、结局的关联强度各自要达到多少，才能把效应推到无效），并给出最小混杂强度数值。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【因果方向】　判定路由：滞后/剔除分析（lag analysis）+ 反向孟德尔随机化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文中给出的是关联，但设计默认了 X→Y 的方向：反向因果（结局或早期病变改变了暴露）能否解释该效应？用可检验的形式说：把随访前 k 年发生的事件剔除（lag 分析），效应量随 k 如何变化？若 k≥2 年就衰减到 1，说明什么？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【测量误差方向】　判定路由：回归校准 + 重复测量子样本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暴露/结局是自报或单次测量的：这类误差是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非差异性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（把效应推向无效、低估）还是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差异性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（可能制造假阳性）？写成可判形式：用重复测量做回归校准，报告校准系数与校准后的效应量；若校准后效应变大，说明原结论被低估。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另外两类：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③结构追问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（对结论句套范围 / 反例 / 机制 / 定量四问）与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②文本张力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（however / yet 处的分歧）。全部 54 条的原句见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docs/guide/demo-biomed.md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新知识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三个结论，强弱其实差很多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观察性研究有个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天生软肋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没人测过的东西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（残余混杂）可能才是真凶——比如「本来肾就不好的人更爱喝零度可乐」。E-value 把「可能存在残余混杂」这句含糊话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变成一个数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那个东西得多强，才能把这条结论解释掉？</a:t>
            </a:r>
          </a:p>
        </p:txBody>
      </p:sp>
      <p:pic>
        <p:nvPicPr>
          <p:cNvPr id="5" name="Picture 4" descr="fig_e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853080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条形越长 = 越难推翻 = 结论越稳；原点 1 表示「隐藏因素毫无作用」。黑色短竖线是按 95% CI 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下界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重算的保守读数（更低 = 更脆弱）。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论文自己怎么处理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只说一句「可能存在残余混杂」就过去了。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原文中 “E-value” 出现 0 次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——这三个数是机器算的。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① 代糖 vs 不吃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门槛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1.67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：要有中等强度的隐藏因素才能推翻。不算铁证，但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站得住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② 代糖多 + 遗传高风险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门槛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2.34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：现实里很少有这么强的因素。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这是三条里最稳的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③ 用代糖替代糖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门槛只有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1.16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微弱偏差就能推翻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。论文说「换代糖没有好处」，但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这个数据撑不起这句话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纪律：这是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门槛，不是结论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。1.67 不等于「代糖真的有害」，也推不出任何饮食、用药或诊断建议；任何人都能用论文里的数字复核这三个数。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真实使用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真实跑一遍：命令与产物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下面是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真实命令序列与未删改的输出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（不是示意）。产物固定落在 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--out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目录：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problems_*.json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+ 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REPORT.md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5" name="Picture 4" descr="t1-f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2553462" cy="785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510426"/>
            <a:ext cx="25534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① 取论文：</a:t>
            </a: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data fetch</a:t>
            </a: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从 Europe PMC 拉开放获取全文</a:t>
            </a:r>
          </a:p>
        </p:txBody>
      </p:sp>
      <p:pic>
        <p:nvPicPr>
          <p:cNvPr id="7" name="Picture 6" descr="t2-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670048"/>
            <a:ext cx="2553462" cy="4457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40430" y="3170685"/>
            <a:ext cx="25534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② 跑批：</a:t>
            </a: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paper … --domain biomed</a:t>
            </a:r>
          </a:p>
        </p:txBody>
      </p:sp>
      <p:pic>
        <p:nvPicPr>
          <p:cNvPr id="9" name="Picture 8" descr="t3-ite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5060" y="2670048"/>
            <a:ext cx="1406920" cy="2432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95060" y="5157216"/>
            <a:ext cx="25534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③ 逐条问题：带原文证据句 + 判定路由</a:t>
            </a:r>
          </a:p>
        </p:txBody>
      </p:sp>
      <p:pic>
        <p:nvPicPr>
          <p:cNvPr id="11" name="Picture 10" descr="t4-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9690" y="2670048"/>
            <a:ext cx="1712481" cy="2432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49690" y="5157216"/>
            <a:ext cx="25534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④ 汇总：</a:t>
            </a: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REPORT.md</a:t>
            </a: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一页人话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完整回放与逐条证据句见手册：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docs/guide/demo-biomed.md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经验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这次实践学到的三件事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经验比结果更值得带走——下面三条都是被真实数据打出来的，不是设计时想到的。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① 必须把「作者已提出」单独分出来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29 条方法学追问里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23 条的主题作者已在文中论及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。机器加的是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可判形式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（滞后分析、E-value 门槛、RERI、回归校准…），不是话题本身。不分标就会把「复述」当成「发现」。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② 领域包的价值在于「会算」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10 类缺口只是清单；真正有用的是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从论文自报的 HR/CI 直接算出门槛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——这是任何读者都能复核的数，而不是一句「可能有残余混杂」。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③ 门槛 ≠ 结论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E-value 1.67 说的是「混杂要强到这个程度才能解释掉」，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不是说效应是真的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，更推不出任何用药、摄入或诊断建议。这条边界必须写在产出里，而不是写在附录里。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门控：产出的每一条问题都带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evidence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（原文句），可逐条回原文核对。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三、dao 模型在生物医学的实践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dao-v 0.3：一个专门用来提问的微调模型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v0.3 = v0.2 + RFT 后训练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（low-lr 训练 + LLM-as-judge 过滤数据）。它的任务不是回答问题，而是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从论文证据、方法局限与结果细节中，提出作者没有明说、但值得进一步探究的开放科学问题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。目前领域限制于生物医学。</a:t>
            </a:r>
          </a:p>
        </p:txBody>
      </p:sp>
      <p:pic>
        <p:nvPicPr>
          <p:cNvPr id="5" name="Picture 4" descr="user_model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897" y="2670048"/>
            <a:ext cx="3523158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75504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ModelScope studio 上的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真实运行界面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（Ask-Dao v0.3 · 生物医学知识发现机器）：左侧是论文的摘要 / 讨论 / 结论，右侧是模型现场生成的候选问题，底部可调候选数量与 temperature。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地址：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modelscope.cn/studios/skopskp/dao-v-0.3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。当前跑在免费 CPU 模式（每次生成约 30–90 秒），所以界面上把候选数调小。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三、dao 模型在生物医学的实践 · 它产出的问题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模型现场生成的三个问题（原句）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同一个输入（就是上一篇论文的摘要 / 讨论 / 结论），模型给出的候选问题——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注意它们都是问句，而且是原文没问过的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候选 1 · 剂量差异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在不同剂量水平上，糖精（saccharin）、阿斯巴甜（aspartame）和安赛蜜（acesulfame K）对 CKD 风险的影响是否存在差异？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候选 2 · 时间滞后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在该研究中，通过 24 小时膳食回顾评估人工甜味剂摄入量时是否存在时间滞后效应？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候选 3 · 追问反直觉处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为什么在高糖摄入水平上用人工甜味剂代替蔗糖并未降低肾病风险？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Holdout 对比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：候选均值 reward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0.7113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vs v0.2 的 0.6888，配对头对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3:2:7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领先。换句话说，微调之后模型提出的问题，被判为「值得探究」的比例更高了。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三、dao 模型在生物医学的实践 · 经验与边界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这个模型做到了什么、还差什么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它已经能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稳定产出真问题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；但它的能力边界必须说清楚。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做到了：会问「反直觉处」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候选 3 是模型自己发现论文里的反直觉点——论文说「换代糖没有好处」，模型直接追问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为什么没有降低风险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。这不是复述，是找到了值得深挖的缝。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做到了：问题带领域手艺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候选 1 问不同甜味剂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种类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的差异，候选 2 问 24 小时膳食回顾的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时间滞后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——这两条都是流行病学方法学里的真问题，不是泛泛而谈。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边界一：只有生物医学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目前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领域限制于生物医学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，靠的是领域语料与后训练；换领域需要重新做数据与训练。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边界二：它只提问，不判定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模型负责「问得好」，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判定交给判定器与人类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——它产出的候选仍需过四道门，不能自称发现。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分工：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模型提问题 → 判定层筛真假 → 人类裁决要不要投入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。这也是为什么 N3 仍为 0：会提问不等于发现了世界新知识。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想象路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另一条路：把「造词」做成能跑完的流水线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想象路不是问题路的子功能，而是与它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并列的一条路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。6,642 个领域专业词组合，每个都要走完五步，产出的是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被理解的概念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5" name="Picture 4" descr="fig_pipelin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967" y="2670048"/>
            <a:ext cx="9309017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75504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五步流水线。原则：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每个词都有意义，只不过是我们缺少想象力，无法理解它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——因此不存在空想。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版本线：v0.2 产品 →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v0.3.0 两条路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→ v0.3.1 可视化/README → v0.4 问题树 → v0.5（问道）。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问题路规模化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问题路：544 条问题覆盖 23 个领域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这一代把「提问题」从零散试探变成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全领域并行扫描 + 分层问题树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，并第一次有了独立的裁决环节。</a:t>
            </a:r>
          </a:p>
        </p:txBody>
      </p:sp>
      <p:pic>
        <p:nvPicPr>
          <p:cNvPr id="5" name="Picture 4" descr="fig_dom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3136529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544 条问题的领域分布（条数最多的前 14 个领域）。朱砂标出的是与生物 / 医学相关的领域。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全领域扫描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领域引擎并行产出，每个领域一份问题清单。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反例驱动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专门提「机器结算不了」的问题——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只提自己答不出的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问题树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L0–L5 分层 + 谱系门：每爬一层必须机器实测。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入口多样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外部信息（网页 / arXiv / 科学史）· 日常疑问 · 母题，都能成为问题的种子。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产物：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out/demo/discovery_manifest.json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（544 条，字段含 daily_question → scientific_question → judge_route）。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独立裁决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独立裁决：15 个进制命题的判决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这是全项目里最像「新知识」的一类产出，判据是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数值汇合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，不是证明。换一套实现重算，结果必须一致。</a:t>
            </a:r>
          </a:p>
        </p:txBody>
      </p:sp>
      <p:pic>
        <p:nvPicPr>
          <p:cNvPr id="5" name="Picture 4" descr="fig_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148658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青 confirmed 13（例外集在 N1 档不再新增）· 青铜 open 1（例外仍在冒）· 朱砂 rejected 1（出现新例外）——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机器自己否掉了自己的命题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命题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每个 n ≥ 4 可写为 base-b 回文数 + 素数；b ≥ 4 时例外集有限且很小。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判据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N0 = 5×10⁶ → N1 = 10⁷，两档的例外集是否汇合、有没有冒出新例外。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边界推进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base 10 推到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10⁸ 零例外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（人类讨论此前止于 ~10⁶），两种独立实现交叉验证。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自我更正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旧账本曾记 base 4 有 20 万个例外，真值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5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错的是账本，不是结论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，并出更正页。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分级：N0 已知 → N1 大概率已知 → N2 疑似未见 → N3 世界新。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N3 至今仍为 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经验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系统侧学到的两件事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这两条都是「机器自己试出来」的，而不是从外部抄来的方法论。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① 独立实现比自证更有用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同一命题换一套实现重算（另写 FFT 版本复算 base 3–47），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b=3 的 68 个例外清单逐项一致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才敢认。自证只能发现笔误，换实现能发现口径错。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② 账本必须可作废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旧账本记 base 4 有 20 万个例外，真值是 5。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记错账比算错数更危险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——所以有了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docs/novelty_ledger_corrections.md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，对 1,219 处标注 + 三套独立复算 + 作废声明。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纪律：机器答不出的问题要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明确写「悬置」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，不能悄悄丢掉，也不能包装成结论。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跨域融合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领域融合：27 个领域 → 144 座结构桥梁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融合不是把两个领域的词拼在一起，而是找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共享结构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；没有共享结构的配对判为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空洞笛卡尔积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，不计入桥梁。</a:t>
            </a:r>
          </a:p>
        </p:txBody>
      </p:sp>
      <p:pic>
        <p:nvPicPr>
          <p:cNvPr id="5" name="Picture 4" descr="fig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763715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27 个领域两两配对得 702 个组合，其中 144 个被判定为共享结构 → 144 个跨域候选（全部可算）。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为什么不是排列组合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两个领域没共享结构时，拼出来的问题是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套话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，不是问题。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生物相关的融合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跨域候选里有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牵涉生物学的桥梁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（如「用数论方法问生物对象」），这类候选直接落到可算的判定路由上。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每条都实跑过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144 条候选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全部标注为「可算」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，各带一条判定路由。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产物：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out/demo/field_fusion.json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（fields / total_pairs / cross_hot / candidates）。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校准自己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同一套判据，换领域照样跑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复核性结果的价值是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校准自己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：机器重算出的已知结果对上了，才有资格谈没见过的那部分。</a:t>
            </a:r>
          </a:p>
        </p:txBody>
      </p:sp>
      <p:pic>
        <p:nvPicPr>
          <p:cNvPr id="5" name="Picture 4" descr="fig_redis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592434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三项与已知文献/数据库对表通过（音乐集合类 224 与 Forte 一致；多完全数与 OEIS A007539 一致；base 10 覆盖两种实现交叉验证）。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数学 · 序列结构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Collatz 链长、多边形数覆盖、5×5 二值纹样 D4 轨道数——可迭代枚举复算。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音乐 · 集合类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Tn/TnI 集合类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224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（与 Forte 224 一致）；最大熵集合类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恰 2 个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记录 · 多完全数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k=2,3,4：{6,28,496,8128} / {120,672,523776} / {30240,32760}（对齐 A007539）。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未见候选分级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独立 5 · 强 34 · 弱 0 · 短 2——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这只是 OEIS 沉默 + 机制非平凡，不是文献门，更不是显著性证书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诚实标注：分级不等于新颖性；它只说明「在参照系里没见到」，需要人工或文献门复核。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经验检索桥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经验检索桥：6,642 个组合词接上现实经验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桥的作用是让想象力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有据可依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，而不是当裁判。检索未见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不等于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概念为假；见不到也不阻止理解。</a:t>
            </a:r>
          </a:p>
        </p:txBody>
      </p:sp>
      <p:pic>
        <p:nvPicPr>
          <p:cNvPr id="5" name="Picture 4" descr="fig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755269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6,642 个组合词过双通道检索：词条通道命中 558 个，其中已建成独立条目仅 37 个；抓成语料 49 个词条，写出经验锚点 7 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命中率本身就是发现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词条通道命中约 8.4%，已建成独立条目约 0.6%。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「检索未见」是常态，不是发现。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桥不改变判定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过桥不改变任何判定；检索失败即退化为无锚点，概念照样成立（判据是「被理解」）。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默认不过桥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默认只对少数指定组合写锚点；全量检索需要显式开关。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产物：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out/demo/browser_mass_search.json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data/wiki/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（语料）·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out/demo/word_understand.json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（锚点）。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五、接下来的方向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多模态实体提取：让图像与声音进入两条路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现在经验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只能以文字进入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系统；图像与声音还没有进入两条路的入口。下一步是把这个「反向」补上——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尚未实现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5" name="Picture 4" descr="fig_mult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644" y="2670048"/>
            <a:ext cx="7591664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75504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实线 = 现在能做的（文字 → 问题 / 概念）。虚线 = 目标（图像 / 声音 → 直接抽实体 → 两条路的入口）。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虚线框内是目标，不是成果。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已有最小闭环：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perceive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能把图像 → 结构特征 → 带判定路由的问题；但它抽取的是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结构特征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，还不是实体。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五、遇到的瓶颈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尚未发现 N3 级新问题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问题是真的、量也很大；但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「真的」不等于「新的」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。这台机器停在这一步。</a:t>
            </a:r>
          </a:p>
        </p:txBody>
      </p:sp>
      <p:pic>
        <p:nvPicPr>
          <p:cNvPr id="5" name="Picture 4" descr="fig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599" y="2670048"/>
            <a:ext cx="8005754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75504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「N3 = 0」在账本里被独立记下 11 次，从未改变。各行的单位不同，因此不做同轴对比。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差距的具体位置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：机器能判的问题里，多数主题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前人已经问过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；真正缺的不是产能，而是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能穿过显著性证书、且前人没问过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的那一格。下一步要把力气放在「显著性证书」这道门上，而不是继续加产能。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7043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ASK-DAO-MACHINE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问道 · ask-dao-machine · MIT License · 全部数字可用仓库里的命令复现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4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2"/>
              </a:rPr>
              <a:t>项目站点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3"/>
              </a:rPr>
              <a:t>命令行文档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https://shikunpneg.github.io/ask-dao-machine/guide/cli.html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4"/>
              </a:rPr>
              <a:t>生物医学完整演示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https://shikunpneg.github.io/ask-dao-machine/guide/demo-biomed.html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5"/>
              </a:rPr>
              <a:t>结果与证据手册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https://shikunpneg.github.io/ask-dao-machine/guide/results.html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6"/>
              </a:rPr>
              <a:t>ModelScope · dao-v-0.3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https://www.modelscope.cn/studios/skopskp/dao-v-0.3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7"/>
              </a:rPr>
              <a:t>GitHub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https://github.com/shikunpneg/ask-dao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60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2F6B6B"/>
                </a:solidFill>
                <a:latin typeface="Source Han Serif SC"/>
                <a:ea typeface="SimSun"/>
                <a:cs typeface="SimSun"/>
              </a:rPr>
              <a:t>道生一，一生二，二生三，三生万物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