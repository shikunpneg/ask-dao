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ikunpneg.github.io/ask-dao-machine/" TargetMode="External"/><Relationship Id="rId3" Type="http://schemas.openxmlformats.org/officeDocument/2006/relationships/hyperlink" Target="https://shikunpneg.github.io/ask-dao-machine/guide/cli.html" TargetMode="External"/><Relationship Id="rId4" Type="http://schemas.openxmlformats.org/officeDocument/2006/relationships/hyperlink" Target="https://shikunpneg.github.io/ask-dao-machine/guide/demo-biomed.html" TargetMode="External"/><Relationship Id="rId5" Type="http://schemas.openxmlformats.org/officeDocument/2006/relationships/hyperlink" Target="https://www.modelscope.cn/studios/skopskp/dao-v-0.3" TargetMode="External"/><Relationship Id="rId6" Type="http://schemas.openxmlformats.org/officeDocument/2006/relationships/hyperlink" Target="https://github.com/shikunpneg/ask-dao-machin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 · 知识发现系统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问道知识发现系统</a:t>
            </a:r>
          </a:p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在生物医学领域的发现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一次真实运行的完整交代：输入一篇开放获取论文，输出可判问题与被机器算出来的门槛。
所有数字都能用仓库里的同一条命令复现。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01 · 它是什么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只产问题与概念，不产答案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两条独立的路，加上一条模型线。判据逐条可查，不靠措辞。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产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（需解决）：每条都必须带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（判定方式），判不了的不产出。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产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概念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（需解释）：标准是「被理解」，不是真伪。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模型线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ModelScope 上两版可在线运行：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dao-v-0.3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（输入论文对应部分，输出作者未提出的更进一步问题）与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dao-v-0.2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（早期配置，用于对照）。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硬边界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世界新问题（N3）至今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= 0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。产出是候选问题与证据边界推进，不是「已确认的新知识」。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来源：项目站点 §系统结构 / README §诚实边界 / ModelScope 两个运行页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02 · 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问题从哪来：四种机制 + 一个领域包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前三种是通用机制，第四种是生物医学领域包。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「作者已提出」与「机器提出」分开标注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——前者不算新问题。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抓什么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来源标注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作者自陈未解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open problem / remains unclear / 尚不明确 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作者已提出（不算新）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文本张力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however / yet / inconsistent 处的分歧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结构追问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对结论句套四问：范围 / 反例 / 机制 / 定量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领域包（biomed）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 类方法学缺口 + 从 HR/CI 直接算 E-value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 / 作者已论及（分标）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实现：src/ask_dao_machine/paper.py · src/ask_dao_machine/domains_biomed.py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03 · 领域包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生物医学方法学缺口：10 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每一类都自带一个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可执行的判定方式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（E-value、滞后分析、样条非线性检验、回归校准、RERI、FDR 曲线…），否则只是空担心。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缺口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缺口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因果方向（反向因果）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测量误差方向（非差异性/差异性）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残余混杂强度（E-value）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替代分析的反事实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剂量—反应形状（单调？阈值？）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交互尺度（加性 vs 乘性）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人群外推边界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多重比较与假发现率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效应量 vs 决策阈值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机制的必要性/充分性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只在 --domain biomed（或自动判定为生物医学）时启用；--domain none 只用通用三机制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04 · 既有实践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 v0.2 → v0.3：论文到哪里去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模型线上这一版把「读论文」固定成一件事：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输入论文对应部分，输出作者未提出的更进一步问题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dao-v-0.3（当前）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不是复述作者自己写下的「有待研究」，而是在论文内容基础上往前追问一步：作者没问、但由其内容可以问出来的问题。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dao-v0.2（上一版）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保留早期配置，用于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对照两版产出差异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本地版（本次实践）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命令行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… --domain biomed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：通用三机制 + 生物医学 10 类缺口 + E-value 计算，产出 JSON 与一页人话。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标注规则以仓库为准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本页所有条目都来自仓库里的实现与产物（①/②/③/④ 分标，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is_author_stated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、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author_touched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两个字段）；线上两版是同一件事的在线入口，其内部实现不在本次核对范围内。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ModelScope：skopskp/dao-v-0.3 · skopskp/dao-v-0.2（站点 §模型运行）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05 · 本次输入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输入：一篇 CC BY 开放获取的临床研究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只用公开接口取全文，许可字段一并记录；正文 32,787 字符。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394960"/>
                <a:gridCol w="539496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值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论文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Association of artificial sweeteners intake and risk of CKD: a prospective cohort study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来源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Europe PMC fullTextXML · PMC13331974 · J Nutr Health Aging 2026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许可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CC BY 4.0（原样保存在 papers/biomed/，元数据含 DOI 与抓取日期）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关键设定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UK Biobank 前瞻队列 · n=156,000 · 中位随访 13.3 年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论文自报效应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调整后 HR 1.19（95% CI 1.08–1.30）；最高风险组 HR 1.49；替代分析 HR 1.02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抓取命令：python tools/fetch_biomed_paper.py --pmcid PMC13331974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06 · 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一条命令，产出 54 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papers/biomed/PMC13331974.md --domain biomed --out out/biomed_demo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产出构成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文本张力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however / yet 处的分歧 → 形式化追问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结构追问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对结论句套四问（范围/反例/机制/定量）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生物医学方法学追问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 类缺口，每条带原文句子与判定路由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其中：机器算出数值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从论文自报 HR/CI 直接算 E-value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54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其中作者已提出 0 条（① 机制未命中）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产物：out/biomed_demo/problems_paper.json（机器可读，每条带 route）+ REPORT.md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07 · 发现（一）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机器算出来的三个残余混杂门槛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从论文自报的 HR 与 95% CI 直接算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E-value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：要把这个效应解释成「没有效应」，未测混杂必须与暴露、结局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同时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达到多强的关联。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5361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论文报告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E-value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按 CI 下界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1.19（1.08–1.30）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1.37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未测混杂要与暴露、结局各自达到 RR≈1.67，才能把该效应解释为零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1.49（1.28–1.74）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2.34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1.88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最高风险组所需混杂强度更高，最难被混杂解释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1.02（1.01–1.04）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1.16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1.11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替代分析那一条最脆：几乎任何微弱混杂都能解释掉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公式 E = RR + √(RR(RR−1))，用 HR 近似 RR，只在结局不常见时成立（本文 CKD 发病率低）。E-value 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门槛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，不是「存在这样的混杂」的证据。原文中从未出现 E-value —— 这三条是机器加上去的。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08 · 发现（二）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写成可判形式的 29 条新问题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论文的方法学缺口 → 每条都指回原文句子，并给出判定方式；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作者是否已论及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单独标注。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6883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缺口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触发它的原文句子（节选）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判定路由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作者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人群外推边界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Methods The study included 156,000 participants from the U…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绝对风险重算（基线风险 × HR）+ 跨队列复现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效应量 vs 判定阈值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Participants with high AS intakes and high polygenic risk 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绝对风险差 / NNH 计算 + 阈值敏感性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效应量 vs 判定阈值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In substitution analysis, replacing sugar with an equivale…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绝对风险差 / NNH 计算 + 阈值敏感性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人群外推边界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 UK Biobank study indicated that reduced intake of ASB mi…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绝对风险重算（基线风险 × HR）+ 跨队列复现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人群外推边界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Therefore, we analyzed the association between dietary AS 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绝对风险重算（基线风险 × HR）+ 跨队列复现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效应量 vs 判定阈值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We further excluded 43,590 participants who consumed low-c…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绝对风险差 / NNH 计算 + 阈值敏感性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全表 29 条（10 类）；其中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23 条的主题作者已在文中论及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（机器只贡献形式化），6 条的主题文中未见。完整表见站点「真实使用」一节与 docs/guide/demo-biomed.md。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09 · 证据链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一条完整的链路：从原文句子到可复核的数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5166360" cy="15875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019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原文句子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HR 1.19 (95% CI:1.08−1.30)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828800"/>
            <a:ext cx="5166360" cy="15875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9019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机器算术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9456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E = 1.19 + √(1.19×0.19) = </a:t>
            </a:r>
            <a:r>
              <a:rPr sz="11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1.67</a:t>
            </a:r>
            <a:r>
              <a:rPr sz="11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（按 CI 下界 1.08 → 1.37）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46120"/>
            <a:ext cx="5166360" cy="15875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1927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变成追问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188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追问：在这份数据里，能否找出关联强度达到该量级的未测混杂候选？用阴性对照结局（negative control outcome）能否把该量级排除？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246120"/>
            <a:ext cx="5166360" cy="15875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31927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怎么判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61188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E-value 门槛 + 阴性对照结局 + 已测协变量关联强度排行（可精确复核）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同一条缺口还有一条不依赖算术的版本：「该效应是『已调整』之后剩下的：残余混杂要多强才能把它解释掉？」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10 · 诚实边界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这份结果不主张什么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以下每一条都写在产出里，而不是写在附录里。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不主张世界新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世界新问题（N3）至今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= 0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；这里给的是候选问题与证据边界推进。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不主张作者没想过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本次 29 条方法学追问里，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23 条的主题作者已在文中论及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；机器加的是可判形式（滞后分析、E-value 门槛、RERI、回归校准…），不是话题本身。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不主张文献没有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「文中未见」只表示这份全文里没有（本次 6 条），不代表文献里没有。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不构成临床建议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HR 与 E-value 是流行病学量的换算，不能推出任何用药、摄入或诊断建议。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E-value 的近似前提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用 HR 近似 RR，只在结局不常见时成立；它是门槛，不是发现。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对应站点 §诚实边界 与 README §诚实边界 的同一条纪律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11 · 怎么用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一个命令，九个动作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装好之后只有一个命令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：敲它就报身份（徽标 + 速查），敲参数就干活；产出固定落在 --out 目录。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论文 → 问题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&lt;文件/目录&gt; [--domain biomed]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疑问 → 科学问题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ask "&lt;日常疑问&gt;"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造词 → 概念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imagine &lt;自造词&gt;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图像 → 问题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perceive &lt;图片/目录&gt;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挂到宿主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mcp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：Claude Code / Cursor 用 .mcp.json；DSH 用技能目录（本机热加载已验证）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可复现：python tools/fetch_biomed_paper.py --pmcid PMC13331974 → ask-dao-machine paper papers/biomed/PMC13331974.md --domain biomed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12 · 另一条线的已核实结果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同一套判据在数学线上的产出（对照）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为了让「证据边界推进」这个词有具体所指：跨进制命题 P(b) 的 harness 裁决表。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证据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命题 P(b)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对每个 n ≥ 4，存在 base-b 回文数 p 与素数 q 使 n = p + q；对 b ≥ 4 例外集有限且很小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精确枚举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15 个进制裁决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13 confirmed（含 5 个零例外）· 1 open（b=3）· 1 rejected（b=2）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N0=5×10⁶ → N1=10⁷ 例外集汇合、无新例外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独立复算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另写一套 FFT 实现复算 base 3–47：b=3 例外 68 个，清单逐项与 harness 一致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本次会话独立实现（另一份代码）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边界修正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旧账本曾记 base 4 有 20 万个例外，真值 5 个；错的是账本，不是结论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docs/novelty_ledger_corrections.md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状态只来自判定器：confirmed 是数值汇合，不是证明。世界新问题仍为 0。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问道 · ask-dao-machine · MIT License · 全部数字可用仓库里的命令复现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2"/>
              </a:rPr>
              <a:t>项目站点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3"/>
              </a:rPr>
              <a:t>命令行文档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https://shikunpneg.github.io/ask-dao-machine/guide/cli.html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4"/>
              </a:rPr>
              <a:t>生物医学完整演示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https://shikunpneg.github.io/ask-dao-machine/guide/demo-biomed.html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5"/>
              </a:rPr>
              <a:t>ModelScope · dao-v-0.3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https://www.modelscope.cn/studios/skopskp/dao-v-0.3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6"/>
              </a:rPr>
              <a:t>GitHub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https://github.com/shikunpneg/ask-dao-machine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道生一，一生二，二生三，三生万物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